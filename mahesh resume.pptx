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4" r:id="rId4"/>
    <p:sldMasterId id="2147483943" r:id="rId5"/>
  </p:sldMasterIdLst>
  <p:notesMasterIdLst>
    <p:notesMasterId r:id="rId7"/>
  </p:notesMasterIdLst>
  <p:handoutMasterIdLst>
    <p:handoutMasterId r:id="rId8"/>
  </p:handoutMasterIdLst>
  <p:sldIdLst>
    <p:sldId id="1049" r:id="rId6"/>
  </p:sldIdLst>
  <p:sldSz cx="12192000" cy="6858000"/>
  <p:notesSz cx="6858000" cy="9144000"/>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049"/>
          </p14:sldIdLst>
        </p14:section>
      </p14:sectionLst>
    </p:ext>
    <p:ext uri="{EFAFB233-063F-42B5-8137-9DF3F51BA10A}">
      <p15:sldGuideLst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76"/>
      </p:cViewPr>
      <p:guideLst>
        <p:guide orient="horz" pos="2341"/>
        <p:guide pos="3659"/>
      </p:guideLst>
    </p:cSldViewPr>
  </p:slideViewPr>
  <p:notesTextViewPr>
    <p:cViewPr>
      <p:scale>
        <a:sx n="100" d="100"/>
        <a:sy n="100" d="100"/>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29/04/2022</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29/04/2022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FE8C64E9-6908-4C8D-A34B-006D18F0D6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9C8E31D1-17D2-4FF9-845C-778BEC2694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nl-NL" altLang="nl-NL" dirty="0"/>
          </a:p>
        </p:txBody>
      </p:sp>
    </p:spTree>
    <p:extLst>
      <p:ext uri="{BB962C8B-B14F-4D97-AF65-F5344CB8AC3E}">
        <p14:creationId xmlns:p14="http://schemas.microsoft.com/office/powerpoint/2010/main" val="1318809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xml"/><Relationship Id="rId7" Type="http://schemas.openxmlformats.org/officeDocument/2006/relationships/oleObject" Target="../embeddings/oleObject4.bin"/><Relationship Id="rId2" Type="http://schemas.openxmlformats.org/officeDocument/2006/relationships/tags" Target="../tags/tag15.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vmlDrawing" Target="../drawings/vmlDrawing5.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1.emf"/><Relationship Id="rId4" Type="http://schemas.openxmlformats.org/officeDocument/2006/relationships/tags" Target="../tags/tag21.xml"/><Relationship Id="rId9"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10.vml"/><Relationship Id="rId5" Type="http://schemas.openxmlformats.org/officeDocument/2006/relationships/image" Target="../media/image2.emf"/><Relationship Id="rId4" Type="http://schemas.openxmlformats.org/officeDocument/2006/relationships/oleObject" Target="../embeddings/oleObject10.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13.vml"/><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2062"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1494771"/>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2212137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3086" name="think-cell Slide" r:id="rId7" imgW="360" imgH="360" progId="">
                  <p:embed/>
                </p:oleObj>
              </mc:Choice>
              <mc:Fallback>
                <p:oleObj name="think-cell Slide" r:id="rId7" imgW="360" imgH="36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2111956"/>
            <a:ext cx="11793979" cy="4026560"/>
          </a:xfrm>
        </p:spPr>
        <p:txBody>
          <a:bodyPr/>
          <a:lstStyle>
            <a:lvl1pPr>
              <a:defRPr b="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8" name="Espace réservé du texte 7"/>
          <p:cNvSpPr>
            <a:spLocks noGrp="1"/>
          </p:cNvSpPr>
          <p:nvPr>
            <p:ph type="body" sz="quarter" idx="11" hasCustomPrompt="1"/>
            <p:custDataLst>
              <p:tags r:id="rId5"/>
            </p:custDataLst>
          </p:nvPr>
        </p:nvSpPr>
        <p:spPr>
          <a:xfrm>
            <a:off x="398144" y="1495447"/>
            <a:ext cx="11813714" cy="643612"/>
          </a:xfrm>
        </p:spPr>
        <p:txBody>
          <a:bodyPr/>
          <a:lstStyle>
            <a:lvl1pPr marL="0" indent="0">
              <a:buNone/>
              <a:defRPr b="1">
                <a:solidFill>
                  <a:schemeClr val="accent2"/>
                </a:solidFill>
              </a:defRPr>
            </a:lvl1pPr>
          </a:lstStyle>
          <a:p>
            <a:pPr lvl="0"/>
            <a:r>
              <a:rPr lang="fr-FR"/>
              <a:t>Click to </a:t>
            </a:r>
            <a:r>
              <a:rPr lang="fr-FR" err="1"/>
              <a:t>edit</a:t>
            </a:r>
            <a:r>
              <a:rPr lang="fr-FR"/>
              <a:t> Master </a:t>
            </a:r>
            <a:r>
              <a:rPr lang="fr-FR" err="1"/>
              <a:t>text</a:t>
            </a:r>
            <a:r>
              <a:rPr lang="fr-FR"/>
              <a:t> style</a:t>
            </a:r>
          </a:p>
        </p:txBody>
      </p:sp>
    </p:spTree>
    <p:extLst>
      <p:ext uri="{BB962C8B-B14F-4D97-AF65-F5344CB8AC3E}">
        <p14:creationId xmlns:p14="http://schemas.microsoft.com/office/powerpoint/2010/main" val="842653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4110" name="think-cell Slide" r:id="rId7" imgW="360" imgH="360" progId="">
                  <p:embed/>
                </p:oleObj>
              </mc:Choice>
              <mc:Fallback>
                <p:oleObj name="think-cell Slide" r:id="rId7" imgW="360" imgH="360" progId="">
                  <p:embed/>
                  <p:pic>
                    <p:nvPicPr>
                      <p:cNvPr id="5"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a:t>Click to edit Master title style</a:t>
            </a:r>
          </a:p>
        </p:txBody>
      </p:sp>
      <p:sp>
        <p:nvSpPr>
          <p:cNvPr id="4" name="Espace réservé du contenu 3"/>
          <p:cNvSpPr>
            <a:spLocks noGrp="1"/>
          </p:cNvSpPr>
          <p:nvPr>
            <p:ph sz="quarter" idx="10" hasCustomPrompt="1"/>
            <p:custDataLst>
              <p:tags r:id="rId4"/>
            </p:custDataLst>
          </p:nvPr>
        </p:nvSpPr>
        <p:spPr>
          <a:xfrm>
            <a:off x="387334" y="1533439"/>
            <a:ext cx="5541093" cy="4715504"/>
          </a:xfrm>
        </p:spPr>
        <p:txBody>
          <a:bodyPr/>
          <a:lstStyle>
            <a:lvl1pPr>
              <a:defRPr sz="200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6" name="Espace réservé du contenu 5"/>
          <p:cNvSpPr>
            <a:spLocks noGrp="1"/>
          </p:cNvSpPr>
          <p:nvPr>
            <p:ph sz="quarter" idx="11" hasCustomPrompt="1"/>
            <p:custDataLst>
              <p:tags r:id="rId5"/>
            </p:custDataLst>
          </p:nvPr>
        </p:nvSpPr>
        <p:spPr>
          <a:xfrm>
            <a:off x="6181954" y="1533440"/>
            <a:ext cx="5541093" cy="4725584"/>
          </a:xfrm>
        </p:spPr>
        <p:txBody>
          <a:bodyPr/>
          <a:lstStyle>
            <a:lvl1pPr>
              <a:defRPr sz="200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428841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5134" name="think-cell Slide" r:id="rId9" imgW="360" imgH="360" progId="">
                  <p:embed/>
                </p:oleObj>
              </mc:Choice>
              <mc:Fallback>
                <p:oleObj name="think-cell Slide" r:id="rId9" imgW="360" imgH="360" progId="">
                  <p:embed/>
                  <p:pic>
                    <p:nvPicPr>
                      <p:cNvPr id="8" name="Object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a:t>Click to edit Master title style</a:t>
            </a:r>
          </a:p>
        </p:txBody>
      </p:sp>
      <p:sp>
        <p:nvSpPr>
          <p:cNvPr id="4" name="Espace réservé du contenu 3"/>
          <p:cNvSpPr>
            <a:spLocks noGrp="1"/>
          </p:cNvSpPr>
          <p:nvPr>
            <p:ph sz="quarter" idx="10" hasCustomPrompt="1"/>
            <p:custDataLst>
              <p:tags r:id="rId4"/>
            </p:custDataLst>
          </p:nvPr>
        </p:nvSpPr>
        <p:spPr>
          <a:xfrm>
            <a:off x="387334" y="2206953"/>
            <a:ext cx="5541093" cy="4041990"/>
          </a:xfrm>
        </p:spPr>
        <p:txBody>
          <a:bodyPr/>
          <a:lstStyle>
            <a:lvl1pPr>
              <a:defRPr sz="1800"/>
            </a:lvl1pPr>
            <a:lvl2pPr>
              <a:defRPr sz="1600"/>
            </a:lvl2pPr>
            <a:lvl3pPr>
              <a:defRPr sz="1400"/>
            </a:lvl3pPr>
            <a:lvl4pPr>
              <a:defRPr sz="1200"/>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6" name="Espace réservé du contenu 5"/>
          <p:cNvSpPr>
            <a:spLocks noGrp="1"/>
          </p:cNvSpPr>
          <p:nvPr>
            <p:ph sz="quarter" idx="11" hasCustomPrompt="1"/>
            <p:custDataLst>
              <p:tags r:id="rId5"/>
            </p:custDataLst>
          </p:nvPr>
        </p:nvSpPr>
        <p:spPr>
          <a:xfrm>
            <a:off x="6181954" y="2208394"/>
            <a:ext cx="5541093" cy="4050630"/>
          </a:xfrm>
        </p:spPr>
        <p:txBody>
          <a:bodyPr/>
          <a:lstStyle>
            <a:lvl1pPr>
              <a:defRPr sz="1800"/>
            </a:lvl1pPr>
            <a:lvl2pPr>
              <a:defRPr sz="1600"/>
            </a:lvl2pPr>
            <a:lvl3pPr>
              <a:defRPr sz="1400"/>
            </a:lvl3pPr>
            <a:lvl4pPr>
              <a:defRPr sz="1200"/>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7" name="Espace réservé du texte 6"/>
          <p:cNvSpPr>
            <a:spLocks noGrp="1"/>
          </p:cNvSpPr>
          <p:nvPr>
            <p:ph type="body" sz="quarter" idx="12" hasCustomPrompt="1"/>
            <p:custDataLst>
              <p:tags r:id="rId6"/>
            </p:custDataLst>
          </p:nvPr>
        </p:nvSpPr>
        <p:spPr>
          <a:xfrm>
            <a:off x="387335" y="1542648"/>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a:t>Click to edit Master text style</a:t>
            </a:r>
          </a:p>
        </p:txBody>
      </p:sp>
      <p:sp>
        <p:nvSpPr>
          <p:cNvPr id="9" name="Espace réservé du texte 8"/>
          <p:cNvSpPr>
            <a:spLocks noGrp="1"/>
          </p:cNvSpPr>
          <p:nvPr>
            <p:ph type="body" sz="quarter" idx="13" hasCustomPrompt="1"/>
            <p:custDataLst>
              <p:tags r:id="rId7"/>
            </p:custDataLst>
          </p:nvPr>
        </p:nvSpPr>
        <p:spPr>
          <a:xfrm>
            <a:off x="6182332" y="1533439"/>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a:t>Click to edit Master text style</a:t>
            </a:r>
          </a:p>
        </p:txBody>
      </p:sp>
    </p:spTree>
    <p:extLst>
      <p:ext uri="{BB962C8B-B14F-4D97-AF65-F5344CB8AC3E}">
        <p14:creationId xmlns:p14="http://schemas.microsoft.com/office/powerpoint/2010/main" val="109041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4" name="Content Placeholder 3"/>
          <p:cNvSpPr>
            <a:spLocks noGrp="1"/>
          </p:cNvSpPr>
          <p:nvPr>
            <p:ph sz="half" idx="2" hasCustomPrompt="1"/>
          </p:nvPr>
        </p:nvSpPr>
        <p:spPr>
          <a:xfrm>
            <a:off x="292348"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5" name="Text Placeholder 4"/>
          <p:cNvSpPr>
            <a:spLocks noGrp="1"/>
          </p:cNvSpPr>
          <p:nvPr>
            <p:ph type="body" sz="quarter" idx="3" hasCustomPrompt="1"/>
          </p:nvPr>
        </p:nvSpPr>
        <p:spPr>
          <a:xfrm>
            <a:off x="6217054"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6" name="Content Placeholder 5"/>
          <p:cNvSpPr>
            <a:spLocks noGrp="1"/>
          </p:cNvSpPr>
          <p:nvPr>
            <p:ph sz="quarter" idx="4" hasCustomPrompt="1"/>
          </p:nvPr>
        </p:nvSpPr>
        <p:spPr>
          <a:xfrm>
            <a:off x="6217054"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7" name="Text Placeholder 2"/>
          <p:cNvSpPr>
            <a:spLocks noGrp="1"/>
          </p:cNvSpPr>
          <p:nvPr>
            <p:ph type="body" idx="12" hasCustomPrompt="1"/>
          </p:nvPr>
        </p:nvSpPr>
        <p:spPr>
          <a:xfrm>
            <a:off x="292348"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9" name="Text Placeholder 4"/>
          <p:cNvSpPr>
            <a:spLocks noGrp="1"/>
          </p:cNvSpPr>
          <p:nvPr>
            <p:ph type="body" sz="quarter" idx="14" hasCustomPrompt="1"/>
          </p:nvPr>
        </p:nvSpPr>
        <p:spPr>
          <a:xfrm>
            <a:off x="6217054"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10" name="Content Placeholder 5"/>
          <p:cNvSpPr>
            <a:spLocks noGrp="1"/>
          </p:cNvSpPr>
          <p:nvPr>
            <p:ph sz="quarter" idx="15" hasCustomPrompt="1"/>
          </p:nvPr>
        </p:nvSpPr>
        <p:spPr>
          <a:xfrm>
            <a:off x="6217054"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694120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6158" name="think-cell Slide" r:id="rId5" imgW="360" imgH="360" progId="">
                  <p:embed/>
                </p:oleObj>
              </mc:Choice>
              <mc:Fallback>
                <p:oleObj name="think-cell Slide" r:id="rId5" imgW="360" imgH="36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a:t>Click to edit Master title style</a:t>
            </a:r>
          </a:p>
        </p:txBody>
      </p:sp>
    </p:spTree>
    <p:extLst>
      <p:ext uri="{BB962C8B-B14F-4D97-AF65-F5344CB8AC3E}">
        <p14:creationId xmlns:p14="http://schemas.microsoft.com/office/powerpoint/2010/main" val="469661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7182" name="think-cell Slide" r:id="rId4" imgW="360" imgH="360" progId="">
                  <p:embed/>
                </p:oleObj>
              </mc:Choice>
              <mc:Fallback>
                <p:oleObj name="think-cell Slide" r:id="rId4" imgW="360" imgH="360" progId="">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80419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p:nvPr>
        </p:nvSpPr>
        <p:spPr bwMode="gray">
          <a:xfrm>
            <a:off x="321579" y="990600"/>
            <a:ext cx="11582400" cy="5029200"/>
          </a:xfrm>
        </p:spPr>
        <p:txBody>
          <a:bodyPr/>
          <a:lstStyle/>
          <a:p>
            <a:pPr lvl="0"/>
            <a:r>
              <a:rPr lang="en-US" noProof="0"/>
              <a:t>Click icon to add table</a:t>
            </a:r>
          </a:p>
        </p:txBody>
      </p:sp>
      <p:sp>
        <p:nvSpPr>
          <p:cNvPr id="6" name="Rectangle 134"/>
          <p:cNvSpPr>
            <a:spLocks noGrp="1" noChangeArrowheads="1"/>
          </p:cNvSpPr>
          <p:nvPr>
            <p:ph type="title"/>
          </p:nvPr>
        </p:nvSpPr>
        <p:spPr bwMode="gray">
          <a:xfrm>
            <a:off x="321733" y="212730"/>
            <a:ext cx="11618976" cy="549275"/>
          </a:xfrm>
          <a:prstGeom prst="rect">
            <a:avLst/>
          </a:prstGeom>
          <a:noFill/>
          <a:ln w="9525">
            <a:noFill/>
            <a:miter lim="800000"/>
            <a:headEnd/>
            <a:tailEnd/>
          </a:ln>
          <a:effectLst/>
        </p:spPr>
        <p:txBody>
          <a:bodyPr/>
          <a:lstStyle/>
          <a:p>
            <a:pPr lvl="0"/>
            <a:r>
              <a:rPr lang="en-US"/>
              <a:t>Click to edit Master title style</a:t>
            </a:r>
          </a:p>
        </p:txBody>
      </p:sp>
      <p:sp>
        <p:nvSpPr>
          <p:cNvPr id="4" name="Rectangle 101"/>
          <p:cNvSpPr>
            <a:spLocks noGrp="1" noChangeArrowheads="1"/>
          </p:cNvSpPr>
          <p:nvPr>
            <p:ph type="dt" sz="half" idx="10"/>
          </p:nvPr>
        </p:nvSpPr>
        <p:spPr>
          <a:xfrm>
            <a:off x="4572000" y="6533673"/>
            <a:ext cx="3544277" cy="165100"/>
          </a:xfrm>
          <a:prstGeom prst="rect">
            <a:avLst/>
          </a:prstGeom>
        </p:spPr>
        <p:txBody>
          <a:bodyPr/>
          <a:lstStyle>
            <a:lvl1pPr fontAlgn="base">
              <a:spcBef>
                <a:spcPct val="0"/>
              </a:spcBef>
              <a:spcAft>
                <a:spcPct val="0"/>
              </a:spcAft>
              <a:defRPr sz="900">
                <a:solidFill>
                  <a:schemeClr val="tx1"/>
                </a:solidFill>
                <a:latin typeface="Arial" charset="0"/>
              </a:defRPr>
            </a:lvl1pPr>
          </a:lstStyle>
          <a:p>
            <a:fld id="{425404F2-BE9A-4460-8815-8F645183555F}" type="datetimeFigureOut">
              <a:rPr lang="en-US" smtClean="0"/>
              <a:pPr/>
              <a:t>4/29/2022</a:t>
            </a:fld>
            <a:endParaRPr lang="en-US"/>
          </a:p>
        </p:txBody>
      </p:sp>
      <p:sp>
        <p:nvSpPr>
          <p:cNvPr id="5" name="Rectangle 103"/>
          <p:cNvSpPr>
            <a:spLocks noGrp="1" noChangeArrowheads="1"/>
          </p:cNvSpPr>
          <p:nvPr>
            <p:ph type="sldNum" sz="quarter" idx="11"/>
          </p:nvPr>
        </p:nvSpPr>
        <p:spPr>
          <a:xfrm>
            <a:off x="11941908" y="6732599"/>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31651802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67268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11711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8496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1615337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8206" name="think-cell Slide" r:id="rId4" imgW="360" imgH="360" progId="">
                  <p:embed/>
                </p:oleObj>
              </mc:Choice>
              <mc:Fallback>
                <p:oleObj name="think-cell Slide" r:id="rId4" imgW="360" imgH="360" progId="">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3048646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9230" name="think-cell Slide" r:id="rId4" imgW="360" imgH="360" progId="">
                  <p:embed/>
                </p:oleObj>
              </mc:Choice>
              <mc:Fallback>
                <p:oleObj name="think-cell Slide" r:id="rId4" imgW="360" imgH="360" progId="">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51912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0254" name="think-cell Slide" r:id="rId4" imgW="360" imgH="360" progId="">
                  <p:embed/>
                </p:oleObj>
              </mc:Choice>
              <mc:Fallback>
                <p:oleObj name="think-cell Slide" r:id="rId4" imgW="360" imgH="360" progId="">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9458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312605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662279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27805760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pic>
        <p:nvPicPr>
          <p:cNvPr id="10" name="Graphic 9">
            <a:extLst>
              <a:ext uri="{FF2B5EF4-FFF2-40B4-BE49-F238E27FC236}">
                <a16:creationId xmlns:a16="http://schemas.microsoft.com/office/drawing/2014/main" id="{DDCA2B41-0A1F-45C2-A74A-EB99E41096F1}"/>
              </a:ext>
            </a:extLst>
          </p:cNvPr>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24744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31758008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2302" name="think-cell Slide" r:id="rId4" imgW="360" imgH="360" progId="">
                  <p:embed/>
                </p:oleObj>
              </mc:Choice>
              <mc:Fallback>
                <p:oleObj name="think-cell Slide" r:id="rId4" imgW="360" imgH="360" progId="">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13189723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3326" name="think-cell Slide" r:id="rId4" imgW="360" imgH="360" progId="">
                  <p:embed/>
                </p:oleObj>
              </mc:Choice>
              <mc:Fallback>
                <p:oleObj name="think-cell Slide" r:id="rId4" imgW="360" imgH="360" progId="">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5247978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41481857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5"/>
          <p:cNvSpPr>
            <a:spLocks/>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message contains information that may be privileged or confidential and is the property of the Capgemini Group.</a:t>
            </a:r>
            <a:br>
              <a:rPr lang="en-US" sz="800" noProof="0">
                <a:solidFill>
                  <a:schemeClr val="bg1"/>
                </a:solidFill>
                <a:latin typeface="+mn-lt"/>
                <a:cs typeface="Arial"/>
              </a:rPr>
            </a:br>
            <a:r>
              <a:rPr lang="en-US" sz="800" noProof="0">
                <a:solidFill>
                  <a:schemeClr val="bg1"/>
                </a:solidFill>
                <a:latin typeface="Arial"/>
                <a:cs typeface="Arial"/>
              </a:rPr>
              <a:t>Copyright © 2019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a:solidFill>
                  <a:schemeClr val="bg1"/>
                </a:solidFill>
                <a:latin typeface="Arial"/>
                <a:cs typeface="Arial"/>
              </a:rPr>
              <a:t>Rightshore</a:t>
            </a:r>
            <a:r>
              <a:rPr lang="en-US" sz="800" baseline="30000" noProof="0">
                <a:solidFill>
                  <a:schemeClr val="bg1"/>
                </a:solidFill>
                <a:latin typeface="Arial"/>
                <a:cs typeface="Arial"/>
              </a:rPr>
              <a:t>®</a:t>
            </a:r>
            <a:r>
              <a:rPr lang="en-US" sz="800" noProof="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
        <p:nvSpPr>
          <p:cNvPr id="22" name="Rectangle 21">
            <a:extLst>
              <a:ext uri="{FF2B5EF4-FFF2-40B4-BE49-F238E27FC236}">
                <a16:creationId xmlns:a16="http://schemas.microsoft.com/office/drawing/2014/main" id="{E8908264-69B6-46C3-BC5E-E71F4E6DCBC3}"/>
              </a:ext>
            </a:extLst>
          </p:cNvPr>
          <p:cNvSpPr/>
          <p:nvPr userDrawn="1"/>
        </p:nvSpPr>
        <p:spPr>
          <a:xfrm>
            <a:off x="6536184"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a:extLst>
              <a:ext uri="{FF2B5EF4-FFF2-40B4-BE49-F238E27FC236}">
                <a16:creationId xmlns:a16="http://schemas.microsoft.com/office/drawing/2014/main" id="{F4BD3913-98BD-4928-8844-07710E664913}"/>
              </a:ext>
            </a:extLst>
          </p:cNvPr>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30" name="Rectangle 29">
            <a:hlinkClick r:id="rId13"/>
            <a:extLst>
              <a:ext uri="{FF2B5EF4-FFF2-40B4-BE49-F238E27FC236}">
                <a16:creationId xmlns:a16="http://schemas.microsoft.com/office/drawing/2014/main" id="{C02D1075-18AF-446B-8E8B-8F7A7B83644F}"/>
              </a:ext>
            </a:extLst>
          </p:cNvPr>
          <p:cNvSpPr/>
          <p:nvPr userDrawn="1"/>
        </p:nvSpPr>
        <p:spPr>
          <a:xfrm>
            <a:off x="6536184" y="43679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a:solidFill>
                  <a:schemeClr val="tx1"/>
                </a:solidFill>
              </a:rPr>
              <a:t>Learn more about us at</a:t>
            </a:r>
            <a:br>
              <a:rPr lang="en-US" sz="900">
                <a:solidFill>
                  <a:schemeClr val="tx1"/>
                </a:solidFill>
              </a:rPr>
            </a:br>
            <a:r>
              <a:rPr lang="en-US" sz="1400">
                <a:solidFill>
                  <a:schemeClr val="accent2"/>
                </a:solidFill>
              </a:rPr>
              <a:t>www.capgemini.com </a:t>
            </a:r>
          </a:p>
        </p:txBody>
      </p:sp>
    </p:spTree>
    <p:extLst>
      <p:ext uri="{BB962C8B-B14F-4D97-AF65-F5344CB8AC3E}">
        <p14:creationId xmlns:p14="http://schemas.microsoft.com/office/powerpoint/2010/main" val="14304967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4350" name="think-cell Slide" r:id="rId4" imgW="360" imgH="360" progId="">
                  <p:embed/>
                </p:oleObj>
              </mc:Choice>
              <mc:Fallback>
                <p:oleObj name="think-cell Slide" r:id="rId4" imgW="360" imgH="360" progId="">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3378389502"/>
      </p:ext>
    </p:extLst>
  </p:cSld>
  <p:clrMapOvr>
    <a:masterClrMapping/>
  </p:clrMapOvr>
  <p:extLst>
    <p:ext uri="{DCECCB84-F9BA-43D5-87BE-67443E8EF086}">
      <p15:sldGuideLst xmlns:p15="http://schemas.microsoft.com/office/powerpoint/2012/main">
        <p15:guide id="1" orient="horz" pos="333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9D2BDE31-324A-48D9-B4FF-035BEA65875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3CEDC4D-033D-4D91-8567-3DB7DAE7163D}"/>
              </a:ext>
            </a:extLst>
          </p:cNvPr>
          <p:cNvSpPr txBox="1">
            <a:spLocks noChangeArrowheads="1"/>
          </p:cNvSpPr>
          <p:nvPr userDrawn="1"/>
        </p:nvSpPr>
        <p:spPr bwMode="auto">
          <a:xfrm>
            <a:off x="476250" y="2697163"/>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Strengths</a:t>
            </a:r>
          </a:p>
        </p:txBody>
      </p:sp>
      <p:sp>
        <p:nvSpPr>
          <p:cNvPr id="13" name="TextBox 12">
            <a:extLst>
              <a:ext uri="{FF2B5EF4-FFF2-40B4-BE49-F238E27FC236}">
                <a16:creationId xmlns:a16="http://schemas.microsoft.com/office/drawing/2014/main" id="{D339581F-401A-4397-A921-4BD17DB75784}"/>
              </a:ext>
            </a:extLst>
          </p:cNvPr>
          <p:cNvSpPr txBox="1">
            <a:spLocks noChangeArrowheads="1"/>
          </p:cNvSpPr>
          <p:nvPr userDrawn="1"/>
        </p:nvSpPr>
        <p:spPr bwMode="auto">
          <a:xfrm>
            <a:off x="5121275" y="2695575"/>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Achivement </a:t>
            </a:r>
          </a:p>
        </p:txBody>
      </p:sp>
      <p:sp>
        <p:nvSpPr>
          <p:cNvPr id="14" name="TextBox 13">
            <a:extLst>
              <a:ext uri="{FF2B5EF4-FFF2-40B4-BE49-F238E27FC236}">
                <a16:creationId xmlns:a16="http://schemas.microsoft.com/office/drawing/2014/main" id="{F4598366-533C-437A-8E31-70591EDA43AA}"/>
              </a:ext>
            </a:extLst>
          </p:cNvPr>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a:extLst>
              <a:ext uri="{FF2B5EF4-FFF2-40B4-BE49-F238E27FC236}">
                <a16:creationId xmlns:a16="http://schemas.microsoft.com/office/drawing/2014/main" id="{238FAB7E-E38F-4E04-AA07-A553E5EC0500}"/>
              </a:ext>
            </a:extLst>
          </p:cNvPr>
          <p:cNvGrpSpPr>
            <a:grpSpLocks/>
          </p:cNvGrpSpPr>
          <p:nvPr userDrawn="1"/>
        </p:nvGrpSpPr>
        <p:grpSpPr bwMode="auto">
          <a:xfrm>
            <a:off x="2349500" y="1057275"/>
            <a:ext cx="1566863" cy="1108075"/>
            <a:chOff x="2384425" y="1239838"/>
            <a:chExt cx="1143000" cy="898525"/>
          </a:xfrm>
        </p:grpSpPr>
        <p:sp>
          <p:nvSpPr>
            <p:cNvPr id="17" name="TextBox 11">
              <a:extLst>
                <a:ext uri="{FF2B5EF4-FFF2-40B4-BE49-F238E27FC236}">
                  <a16:creationId xmlns:a16="http://schemas.microsoft.com/office/drawing/2014/main" id="{F1A16182-C8A0-42B8-9931-C972244781EE}"/>
                </a:ext>
              </a:extLst>
            </p:cNvPr>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Base Location:</a:t>
              </a:r>
            </a:p>
          </p:txBody>
        </p:sp>
        <p:sp>
          <p:nvSpPr>
            <p:cNvPr id="18" name="TextBox 12">
              <a:extLst>
                <a:ext uri="{FF2B5EF4-FFF2-40B4-BE49-F238E27FC236}">
                  <a16:creationId xmlns:a16="http://schemas.microsoft.com/office/drawing/2014/main" id="{7CFAE8E2-AB5D-4CF9-8115-B93DB764BCD5}"/>
                </a:ext>
              </a:extLst>
            </p:cNvPr>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Email ID:</a:t>
              </a:r>
            </a:p>
          </p:txBody>
        </p:sp>
        <p:sp>
          <p:nvSpPr>
            <p:cNvPr id="19" name="TextBox 13">
              <a:extLst>
                <a:ext uri="{FF2B5EF4-FFF2-40B4-BE49-F238E27FC236}">
                  <a16:creationId xmlns:a16="http://schemas.microsoft.com/office/drawing/2014/main" id="{6279758B-4941-4EC1-BBBA-6F16A5431D5E}"/>
                </a:ext>
              </a:extLst>
            </p:cNvPr>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Mobile No:</a:t>
              </a:r>
            </a:p>
          </p:txBody>
        </p:sp>
        <p:sp>
          <p:nvSpPr>
            <p:cNvPr id="20" name="Rectangle 19">
              <a:extLst>
                <a:ext uri="{FF2B5EF4-FFF2-40B4-BE49-F238E27FC236}">
                  <a16:creationId xmlns:a16="http://schemas.microsoft.com/office/drawing/2014/main" id="{0FF096E5-D044-4527-937A-B258AF65D442}"/>
                </a:ext>
              </a:extLst>
            </p:cNvPr>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a:extLst>
              <a:ext uri="{FF2B5EF4-FFF2-40B4-BE49-F238E27FC236}">
                <a16:creationId xmlns:a16="http://schemas.microsoft.com/office/drawing/2014/main" id="{DD2D64F5-C5D9-4322-B3FC-BC21AF1343F5}"/>
              </a:ext>
            </a:extLst>
          </p:cNvPr>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Grade:</a:t>
            </a:r>
          </a:p>
        </p:txBody>
      </p:sp>
      <p:pic>
        <p:nvPicPr>
          <p:cNvPr id="24" name="Picture 8" descr="Strengths">
            <a:extLst>
              <a:ext uri="{FF2B5EF4-FFF2-40B4-BE49-F238E27FC236}">
                <a16:creationId xmlns:a16="http://schemas.microsoft.com/office/drawing/2014/main" id="{19E068FC-C38C-4D71-9A54-1BAA4BDE3EA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788" y="2382838"/>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a:extLst>
              <a:ext uri="{FF2B5EF4-FFF2-40B4-BE49-F238E27FC236}">
                <a16:creationId xmlns:a16="http://schemas.microsoft.com/office/drawing/2014/main" id="{44891430-3EA5-4446-8A82-C16C5949E1A3}"/>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740275" y="2509838"/>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a:t>Click to edit Master text styles</a:t>
            </a:r>
          </a:p>
          <a:p>
            <a:pPr lvl="1"/>
            <a:r>
              <a:rPr lang="en-US"/>
              <a:t>Second level</a:t>
            </a:r>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sz="1400">
                <a:solidFill>
                  <a:schemeClr val="bg1"/>
                </a:solidFill>
              </a:defRPr>
            </a:lvl1pPr>
          </a:lstStyle>
          <a:p>
            <a:pPr lvl="0"/>
            <a:r>
              <a:rPr lang="en-US"/>
              <a:t>Click to edit Master text styles</a:t>
            </a:r>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a:t>Click to edit Master text styles</a:t>
            </a:r>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a:t>Click to edit Master text styles</a:t>
            </a:r>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a:t>Click to edit Master text styles</a:t>
            </a:r>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89671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3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vmlDrawing" Target="../drawings/vmlDrawing11.v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5" Type="http://schemas.openxmlformats.org/officeDocument/2006/relationships/image" Target="../media/image2.emf"/><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1" y="0"/>
          <a:ext cx="195385" cy="158750"/>
        </p:xfrm>
        <a:graphic>
          <a:graphicData uri="http://schemas.openxmlformats.org/presentationml/2006/ole">
            <mc:AlternateContent xmlns:mc="http://schemas.openxmlformats.org/markup-compatibility/2006">
              <mc:Choice xmlns:v="urn:schemas-microsoft-com:vml" Requires="v">
                <p:oleObj spid="_x0000_s1038" name="think-cell Slide" r:id="rId25" imgW="360" imgH="360" progId="">
                  <p:embed/>
                </p:oleObj>
              </mc:Choice>
              <mc:Fallback>
                <p:oleObj name="think-cell Slide" r:id="rId25" imgW="360" imgH="360" progId="">
                  <p:embed/>
                  <p:pic>
                    <p:nvPicPr>
                      <p:cNvPr id="8" name="Object 7"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8" y="4"/>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a:p>
        </p:txBody>
      </p:sp>
      <p:sp>
        <p:nvSpPr>
          <p:cNvPr id="3" name="Text Placeholder 2"/>
          <p:cNvSpPr>
            <a:spLocks noGrp="1"/>
          </p:cNvSpPr>
          <p:nvPr>
            <p:ph type="body" idx="1"/>
            <p:custDataLst>
              <p:tags r:id="rId21"/>
            </p:custDataLst>
          </p:nvPr>
        </p:nvSpPr>
        <p:spPr>
          <a:xfrm>
            <a:off x="398028" y="1501977"/>
            <a:ext cx="11616154" cy="4636540"/>
          </a:xfrm>
          <a:prstGeom prst="rect">
            <a:avLst/>
          </a:prstGeom>
        </p:spPr>
        <p:txBody>
          <a:bodyPr vert="horz" lIns="108000" tIns="72000" rIns="72000" bIns="72000" rtlCol="0">
            <a:noAutofit/>
          </a:body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9" name="Freeform 4"/>
          <p:cNvSpPr>
            <a:spLocks/>
          </p:cNvSpPr>
          <p:nvPr>
            <p:custDataLst>
              <p:tags r:id="rId22"/>
            </p:custDataLst>
          </p:nvPr>
        </p:nvSpPr>
        <p:spPr bwMode="auto">
          <a:xfrm>
            <a:off x="9" y="67640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sz="1800"/>
          </a:p>
        </p:txBody>
      </p:sp>
      <p:cxnSp>
        <p:nvCxnSpPr>
          <p:cNvPr id="15" name="Straight Connector 5"/>
          <p:cNvCxnSpPr/>
          <p:nvPr>
            <p:custDataLst>
              <p:tags r:id="rId23"/>
            </p:custDataLst>
          </p:nvPr>
        </p:nvCxnSpPr>
        <p:spPr>
          <a:xfrm flipH="1">
            <a:off x="9"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a:extLst>
              <a:ext uri="{FF2B5EF4-FFF2-40B4-BE49-F238E27FC236}">
                <a16:creationId xmlns:a16="http://schemas.microsoft.com/office/drawing/2014/main" id="{BE8A762F-12CA-4505-8697-4A98F69D5FCE}"/>
              </a:ext>
            </a:extLst>
          </p:cNvPr>
          <p:cNvGrpSpPr/>
          <p:nvPr/>
        </p:nvGrpSpPr>
        <p:grpSpPr>
          <a:xfrm>
            <a:off x="11501102" y="171573"/>
            <a:ext cx="419436" cy="388988"/>
            <a:chOff x="11501102" y="171573"/>
            <a:chExt cx="419436" cy="388988"/>
          </a:xfrm>
        </p:grpSpPr>
        <p:sp>
          <p:nvSpPr>
            <p:cNvPr id="16" name="Freeform 13">
              <a:extLst>
                <a:ext uri="{FF2B5EF4-FFF2-40B4-BE49-F238E27FC236}">
                  <a16:creationId xmlns:a16="http://schemas.microsoft.com/office/drawing/2014/main" id="{79BDE807-C0D6-4ECC-9D72-3D5332B2877E}"/>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B598BB44-5C3B-495C-AB4A-980F69B431A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3" name="Rectangle 22">
            <a:extLst>
              <a:ext uri="{FF2B5EF4-FFF2-40B4-BE49-F238E27FC236}">
                <a16:creationId xmlns:a16="http://schemas.microsoft.com/office/drawing/2014/main" id="{62606FCD-12D7-42E8-8885-B7F0FE845C7B}"/>
              </a:ext>
            </a:extLst>
          </p:cNvPr>
          <p:cNvSpPr>
            <a:spLocks noChangeArrowheads="1"/>
          </p:cNvSpPr>
          <p:nvPr>
            <p:custDataLst>
              <p:tags r:id="rId24"/>
            </p:custDataLst>
          </p:nvPr>
        </p:nvSpPr>
        <p:spPr bwMode="auto">
          <a:xfrm>
            <a:off x="8297642" y="6623414"/>
            <a:ext cx="3274639"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a:solidFill>
                  <a:schemeClr val="tx2"/>
                </a:solidFill>
                <a:latin typeface="+mj-lt"/>
                <a:cs typeface="Helvetica Light"/>
              </a:rPr>
              <a:t>Copyright © Capgemini 2018. All Rights Reserved</a:t>
            </a:r>
          </a:p>
        </p:txBody>
      </p:sp>
      <p:grpSp>
        <p:nvGrpSpPr>
          <p:cNvPr id="13" name="Groupe 1">
            <a:extLst>
              <a:ext uri="{FF2B5EF4-FFF2-40B4-BE49-F238E27FC236}">
                <a16:creationId xmlns:a16="http://schemas.microsoft.com/office/drawing/2014/main" id="{577EB6A5-23DD-43BF-A208-FBE1C1F13A76}"/>
              </a:ext>
            </a:extLst>
          </p:cNvPr>
          <p:cNvGrpSpPr/>
          <p:nvPr userDrawn="1"/>
        </p:nvGrpSpPr>
        <p:grpSpPr>
          <a:xfrm>
            <a:off x="11501102" y="171573"/>
            <a:ext cx="419436" cy="388988"/>
            <a:chOff x="11501102" y="171573"/>
            <a:chExt cx="419436" cy="388988"/>
          </a:xfrm>
        </p:grpSpPr>
        <p:sp>
          <p:nvSpPr>
            <p:cNvPr id="18" name="Freeform 13">
              <a:extLst>
                <a:ext uri="{FF2B5EF4-FFF2-40B4-BE49-F238E27FC236}">
                  <a16:creationId xmlns:a16="http://schemas.microsoft.com/office/drawing/2014/main" id="{597B2D71-85F8-4174-8C4E-DBDE45D0B841}"/>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a:extLst>
                <a:ext uri="{FF2B5EF4-FFF2-40B4-BE49-F238E27FC236}">
                  <a16:creationId xmlns:a16="http://schemas.microsoft.com/office/drawing/2014/main" id="{F2A9CAEB-7FA0-4E03-826F-90065D089B9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0" name="Retângulo 43">
            <a:extLst>
              <a:ext uri="{FF2B5EF4-FFF2-40B4-BE49-F238E27FC236}">
                <a16:creationId xmlns:a16="http://schemas.microsoft.com/office/drawing/2014/main" id="{51C34C3B-8FDC-43E4-81A0-87C4A5F5A25B}"/>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24" name="Text Placeholder 7">
            <a:extLst>
              <a:ext uri="{FF2B5EF4-FFF2-40B4-BE49-F238E27FC236}">
                <a16:creationId xmlns:a16="http://schemas.microsoft.com/office/drawing/2014/main" id="{09065918-DC9F-4FC9-A6E7-0161D6691529}"/>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err="1">
                <a:solidFill>
                  <a:schemeClr val="bg1">
                    <a:lumMod val="65000"/>
                  </a:schemeClr>
                </a:solidFill>
              </a:rPr>
              <a:t>PresentationTitle</a:t>
            </a:r>
            <a:r>
              <a:rPr lang="en-US">
                <a:solidFill>
                  <a:schemeClr val="bg1">
                    <a:lumMod val="65000"/>
                  </a:schemeClr>
                </a:solidFill>
              </a:rPr>
              <a:t> | Author | Date</a:t>
            </a:r>
          </a:p>
        </p:txBody>
      </p:sp>
      <p:grpSp>
        <p:nvGrpSpPr>
          <p:cNvPr id="25" name="Groupe 2">
            <a:extLst>
              <a:ext uri="{FF2B5EF4-FFF2-40B4-BE49-F238E27FC236}">
                <a16:creationId xmlns:a16="http://schemas.microsoft.com/office/drawing/2014/main" id="{EF148A26-2EE3-4DFF-937A-24F97B090662}"/>
              </a:ext>
            </a:extLst>
          </p:cNvPr>
          <p:cNvGrpSpPr/>
          <p:nvPr userDrawn="1"/>
        </p:nvGrpSpPr>
        <p:grpSpPr>
          <a:xfrm>
            <a:off x="12355040" y="33161"/>
            <a:ext cx="360000" cy="1800000"/>
            <a:chOff x="12355040" y="33161"/>
            <a:chExt cx="360000" cy="1800000"/>
          </a:xfrm>
        </p:grpSpPr>
        <p:sp>
          <p:nvSpPr>
            <p:cNvPr id="26" name="Rectangle 25">
              <a:extLst>
                <a:ext uri="{FF2B5EF4-FFF2-40B4-BE49-F238E27FC236}">
                  <a16:creationId xmlns:a16="http://schemas.microsoft.com/office/drawing/2014/main" id="{CF408AB1-E1E8-4614-B3EF-2F3C3368B7D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AF139715-EC56-4D5B-A584-E0D83BFD79AA}"/>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CC0EDB29-34F5-4978-8D83-D1ECDA27E7A6}"/>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3636BF1B-FF79-4731-99CF-5C8E3A808AB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A50A5938-BCF9-47EB-AEAC-22CCE467BA4B}"/>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31" name="Groupe 4">
            <a:extLst>
              <a:ext uri="{FF2B5EF4-FFF2-40B4-BE49-F238E27FC236}">
                <a16:creationId xmlns:a16="http://schemas.microsoft.com/office/drawing/2014/main" id="{056DABC4-238C-4CD9-9F81-FACE9E275FC2}"/>
              </a:ext>
            </a:extLst>
          </p:cNvPr>
          <p:cNvGrpSpPr/>
          <p:nvPr userDrawn="1"/>
        </p:nvGrpSpPr>
        <p:grpSpPr>
          <a:xfrm>
            <a:off x="12355040" y="1954479"/>
            <a:ext cx="360000" cy="4875772"/>
            <a:chOff x="12355040" y="1954479"/>
            <a:chExt cx="360000" cy="4875772"/>
          </a:xfrm>
        </p:grpSpPr>
        <p:sp>
          <p:nvSpPr>
            <p:cNvPr id="32" name="Rectangle 31">
              <a:extLst>
                <a:ext uri="{FF2B5EF4-FFF2-40B4-BE49-F238E27FC236}">
                  <a16:creationId xmlns:a16="http://schemas.microsoft.com/office/drawing/2014/main" id="{3CF5FC82-0B0B-45D9-AC6B-62240E319CFE}"/>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33" name="Rectangle 32">
              <a:extLst>
                <a:ext uri="{FF2B5EF4-FFF2-40B4-BE49-F238E27FC236}">
                  <a16:creationId xmlns:a16="http://schemas.microsoft.com/office/drawing/2014/main" id="{909D68DC-FC31-4F3C-B0D7-C2B6049BF80B}"/>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34" name="Rectangle 33">
              <a:extLst>
                <a:ext uri="{FF2B5EF4-FFF2-40B4-BE49-F238E27FC236}">
                  <a16:creationId xmlns:a16="http://schemas.microsoft.com/office/drawing/2014/main" id="{8BA315A6-7849-40C0-A88A-615B2F92631B}"/>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5" name="Rectangle 34">
              <a:extLst>
                <a:ext uri="{FF2B5EF4-FFF2-40B4-BE49-F238E27FC236}">
                  <a16:creationId xmlns:a16="http://schemas.microsoft.com/office/drawing/2014/main" id="{BF28AB79-1BA8-4AA3-AF86-133E71900E05}"/>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6" name="Rectangle 35">
              <a:extLst>
                <a:ext uri="{FF2B5EF4-FFF2-40B4-BE49-F238E27FC236}">
                  <a16:creationId xmlns:a16="http://schemas.microsoft.com/office/drawing/2014/main" id="{C95D2749-34E1-48E0-9FF6-A1343E54EB93}"/>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7" name="Rectangle 36">
              <a:extLst>
                <a:ext uri="{FF2B5EF4-FFF2-40B4-BE49-F238E27FC236}">
                  <a16:creationId xmlns:a16="http://schemas.microsoft.com/office/drawing/2014/main" id="{6E04FB71-8EF9-4DE6-88A2-7B3656611B43}"/>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8" name="Rectangle 37">
              <a:extLst>
                <a:ext uri="{FF2B5EF4-FFF2-40B4-BE49-F238E27FC236}">
                  <a16:creationId xmlns:a16="http://schemas.microsoft.com/office/drawing/2014/main" id="{ADD8B16A-69A7-4FBF-8FEA-813DD646001C}"/>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9" name="Rectangle 38">
              <a:extLst>
                <a:ext uri="{FF2B5EF4-FFF2-40B4-BE49-F238E27FC236}">
                  <a16:creationId xmlns:a16="http://schemas.microsoft.com/office/drawing/2014/main" id="{966F75B3-F944-4399-9689-287803F7AD06}"/>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0" name="Rectangle 39">
              <a:extLst>
                <a:ext uri="{FF2B5EF4-FFF2-40B4-BE49-F238E27FC236}">
                  <a16:creationId xmlns:a16="http://schemas.microsoft.com/office/drawing/2014/main" id="{2655E8E1-1AD2-4547-BF2E-8AFB86FEB3E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1" name="Rectangle 40">
              <a:extLst>
                <a:ext uri="{FF2B5EF4-FFF2-40B4-BE49-F238E27FC236}">
                  <a16:creationId xmlns:a16="http://schemas.microsoft.com/office/drawing/2014/main" id="{0FA4E70F-64E0-4B3B-B5CE-3D34B785569E}"/>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2" name="Rectangle 41">
              <a:extLst>
                <a:ext uri="{FF2B5EF4-FFF2-40B4-BE49-F238E27FC236}">
                  <a16:creationId xmlns:a16="http://schemas.microsoft.com/office/drawing/2014/main" id="{453618A8-6B83-41B8-A9C8-5B27E916B5C8}"/>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3" name="Rectangle 42">
              <a:extLst>
                <a:ext uri="{FF2B5EF4-FFF2-40B4-BE49-F238E27FC236}">
                  <a16:creationId xmlns:a16="http://schemas.microsoft.com/office/drawing/2014/main" id="{CB29D2F4-5B6A-40D7-817C-A5F6248B586D}"/>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4" name="Rectangle 43">
              <a:extLst>
                <a:ext uri="{FF2B5EF4-FFF2-40B4-BE49-F238E27FC236}">
                  <a16:creationId xmlns:a16="http://schemas.microsoft.com/office/drawing/2014/main" id="{465058F1-4FC7-42F2-9AF5-C5A15943DD1A}"/>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5" name="Rectangle 44">
              <a:extLst>
                <a:ext uri="{FF2B5EF4-FFF2-40B4-BE49-F238E27FC236}">
                  <a16:creationId xmlns:a16="http://schemas.microsoft.com/office/drawing/2014/main" id="{F74AF38E-9752-4BB7-B058-1B420ABA652F}"/>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1516094791"/>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7" r:id="rId9"/>
    <p:sldLayoutId id="2147483918" r:id="rId10"/>
    <p:sldLayoutId id="2147483919" r:id="rId11"/>
    <p:sldLayoutId id="2147483920" r:id="rId12"/>
    <p:sldLayoutId id="2147483921" r:id="rId13"/>
    <p:sldLayoutId id="2147483922" r:id="rId14"/>
    <p:sldLayoutId id="2147483923" r:id="rId15"/>
    <p:sldLayoutId id="2147483924" r:id="rId16"/>
  </p:sldLayoutIdLst>
  <p:txStyles>
    <p:titleStyle>
      <a:lvl1pPr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tx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tx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defRPr sz="1600" kern="1200">
          <a:solidFill>
            <a:schemeClr val="tx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defRPr sz="1400" kern="1200">
          <a:solidFill>
            <a:schemeClr val="tx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1278" name="think-cell Slide" r:id="rId14" imgW="360" imgH="360" progId="">
                  <p:embed/>
                </p:oleObj>
              </mc:Choice>
              <mc:Fallback>
                <p:oleObj name="think-cell Slide" r:id="rId14" imgW="360" imgH="360" progId="">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2017. All rights reserved  </a:t>
            </a:r>
            <a:r>
              <a:rPr lang="en-US">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434659500"/>
      </p:ext>
    </p:extLst>
  </p:cSld>
  <p:clrMap bg1="lt1" tx1="dk1" bg2="lt2" tx2="dk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2" r:id="rId8"/>
    <p:sldLayoutId id="2147483953" r:id="rId9"/>
    <p:sldLayoutId id="2147483954" r:id="rId10"/>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26.xml"/><Relationship Id="rId5" Type="http://schemas.openxmlformats.org/officeDocument/2006/relationships/image" Target="../media/image16.jpe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Placeholder 18">
            <a:extLst>
              <a:ext uri="{FF2B5EF4-FFF2-40B4-BE49-F238E27FC236}">
                <a16:creationId xmlns:a16="http://schemas.microsoft.com/office/drawing/2014/main" id="{4EF0A5D5-CB77-4BCF-86BB-EC8AFA4AA0E3}"/>
              </a:ext>
            </a:extLst>
          </p:cNvPr>
          <p:cNvSpPr>
            <a:spLocks noGrp="1"/>
          </p:cNvSpPr>
          <p:nvPr>
            <p:ph type="body" sz="quarter" idx="36"/>
          </p:nvPr>
        </p:nvSpPr>
        <p:spPr>
          <a:xfrm>
            <a:off x="4837113" y="2995613"/>
            <a:ext cx="4008437" cy="3621087"/>
          </a:xfrm>
        </p:spPr>
        <p:txBody>
          <a:bodyPr/>
          <a:lstStyle/>
          <a:p>
            <a:pPr>
              <a:lnSpc>
                <a:spcPct val="114000"/>
              </a:lnSpc>
            </a:pPr>
            <a:r>
              <a:rPr lang="en-IN" altLang="en-US" sz="1050" b="1" dirty="0"/>
              <a:t>HOTEL MANAGEMENT SYSTEM</a:t>
            </a:r>
          </a:p>
          <a:p>
            <a:pPr>
              <a:lnSpc>
                <a:spcPct val="114000"/>
              </a:lnSpc>
            </a:pPr>
            <a:r>
              <a:rPr lang="en-IN" altLang="en-US" sz="1050" dirty="0"/>
              <a:t>Working on end to end case study Hotel Management System along with authentication , Eureka, Swagger, Postman </a:t>
            </a:r>
            <a:r>
              <a:rPr lang="en-US" altLang="en-US" sz="1050" dirty="0"/>
              <a:t>and React used for user interface.</a:t>
            </a:r>
            <a:endParaRPr lang="en-US" altLang="nl-NL" sz="1050" b="1" dirty="0"/>
          </a:p>
          <a:p>
            <a:pPr eaLnBrk="1" hangingPunct="1">
              <a:lnSpc>
                <a:spcPct val="114000"/>
              </a:lnSpc>
            </a:pPr>
            <a:endParaRPr lang="en-IN" altLang="nl-NL" b="1" dirty="0"/>
          </a:p>
          <a:p>
            <a:pPr eaLnBrk="1" hangingPunct="1">
              <a:lnSpc>
                <a:spcPct val="114000"/>
              </a:lnSpc>
            </a:pPr>
            <a:r>
              <a:rPr lang="en-IN" altLang="nl-NL" sz="1050" b="1" dirty="0"/>
              <a:t>Java Full Stack Developer in Degreed Platform</a:t>
            </a:r>
          </a:p>
          <a:p>
            <a:pPr eaLnBrk="1" hangingPunct="1">
              <a:lnSpc>
                <a:spcPct val="114000"/>
              </a:lnSpc>
            </a:pPr>
            <a:r>
              <a:rPr lang="en-IN" altLang="en-US" sz="1050" dirty="0"/>
              <a:t>Completed this course with optimal Knowledge of Spring Framework ,Web API , RESTful services , Components.</a:t>
            </a:r>
          </a:p>
          <a:p>
            <a:pPr eaLnBrk="1" hangingPunct="1">
              <a:lnSpc>
                <a:spcPct val="114000"/>
              </a:lnSpc>
            </a:pPr>
            <a:endParaRPr lang="en-IN" altLang="nl-NL" dirty="0"/>
          </a:p>
          <a:p>
            <a:pPr eaLnBrk="1" hangingPunct="1">
              <a:lnSpc>
                <a:spcPct val="114000"/>
              </a:lnSpc>
            </a:pPr>
            <a:endParaRPr lang="en-IN" altLang="nl-NL" dirty="0"/>
          </a:p>
          <a:p>
            <a:pPr eaLnBrk="1" hangingPunct="1">
              <a:lnSpc>
                <a:spcPct val="114000"/>
              </a:lnSpc>
            </a:pPr>
            <a:endParaRPr lang="en-IN" altLang="nl-NL" dirty="0"/>
          </a:p>
          <a:p>
            <a:pPr eaLnBrk="1" hangingPunct="1">
              <a:lnSpc>
                <a:spcPct val="114000"/>
              </a:lnSpc>
            </a:pPr>
            <a:r>
              <a:rPr lang="en-IN" altLang="en-US" dirty="0"/>
              <a:t>                                                                       </a:t>
            </a:r>
          </a:p>
          <a:p>
            <a:pPr eaLnBrk="1" hangingPunct="1">
              <a:lnSpc>
                <a:spcPct val="114000"/>
              </a:lnSpc>
            </a:pPr>
            <a:r>
              <a:rPr lang="en-IN" altLang="en-US" dirty="0"/>
              <a:t> </a:t>
            </a:r>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br>
              <a:rPr lang="en-US" altLang="nl-NL" dirty="0"/>
            </a:br>
            <a:br>
              <a:rPr lang="en-US" altLang="nl-NL" dirty="0"/>
            </a:br>
            <a:endParaRPr lang="nl-NL" altLang="nl-NL" dirty="0"/>
          </a:p>
        </p:txBody>
      </p:sp>
      <p:sp>
        <p:nvSpPr>
          <p:cNvPr id="7171" name="Text Placeholder 21">
            <a:extLst>
              <a:ext uri="{FF2B5EF4-FFF2-40B4-BE49-F238E27FC236}">
                <a16:creationId xmlns:a16="http://schemas.microsoft.com/office/drawing/2014/main" id="{FF4CCF3B-4887-442F-A757-E5908FA1808D}"/>
              </a:ext>
            </a:extLst>
          </p:cNvPr>
          <p:cNvSpPr>
            <a:spLocks noGrp="1"/>
          </p:cNvSpPr>
          <p:nvPr>
            <p:ph type="body" sz="quarter" idx="42"/>
          </p:nvPr>
        </p:nvSpPr>
        <p:spPr>
          <a:xfrm>
            <a:off x="2468563" y="665163"/>
            <a:ext cx="6056312" cy="322262"/>
          </a:xfrm>
        </p:spPr>
        <p:txBody>
          <a:bodyPr/>
          <a:lstStyle/>
          <a:p>
            <a:pPr fontAlgn="base">
              <a:spcBef>
                <a:spcPct val="0"/>
              </a:spcBef>
            </a:pPr>
            <a:r>
              <a:rPr lang="nl-NL" altLang="nl-NL" dirty="0"/>
              <a:t>Analyst/Software Engineer</a:t>
            </a:r>
          </a:p>
        </p:txBody>
      </p:sp>
      <p:sp>
        <p:nvSpPr>
          <p:cNvPr id="7172" name="Text Placeholder 22">
            <a:extLst>
              <a:ext uri="{FF2B5EF4-FFF2-40B4-BE49-F238E27FC236}">
                <a16:creationId xmlns:a16="http://schemas.microsoft.com/office/drawing/2014/main" id="{994FC039-D8C9-4401-93CE-88467263C848}"/>
              </a:ext>
            </a:extLst>
          </p:cNvPr>
          <p:cNvSpPr>
            <a:spLocks noGrp="1"/>
          </p:cNvSpPr>
          <p:nvPr>
            <p:ph type="body" sz="quarter" idx="43"/>
          </p:nvPr>
        </p:nvSpPr>
        <p:spPr>
          <a:xfrm>
            <a:off x="3649663" y="1352677"/>
            <a:ext cx="2374900" cy="295275"/>
          </a:xfrm>
        </p:spPr>
        <p:txBody>
          <a:bodyPr/>
          <a:lstStyle/>
          <a:p>
            <a:pPr eaLnBrk="1" hangingPunct="1"/>
            <a:r>
              <a:rPr lang="nl-NL" altLang="nl-NL"/>
              <a:t>Bangalore</a:t>
            </a:r>
            <a:endParaRPr lang="nl-NL" altLang="nl-NL" dirty="0"/>
          </a:p>
          <a:p>
            <a:pPr eaLnBrk="1" hangingPunct="1"/>
            <a:endParaRPr lang="nl-NL" altLang="nl-NL" dirty="0"/>
          </a:p>
        </p:txBody>
      </p:sp>
      <p:sp>
        <p:nvSpPr>
          <p:cNvPr id="7173" name="Text Placeholder 24">
            <a:extLst>
              <a:ext uri="{FF2B5EF4-FFF2-40B4-BE49-F238E27FC236}">
                <a16:creationId xmlns:a16="http://schemas.microsoft.com/office/drawing/2014/main" id="{0DF2099D-8FC2-44CE-AB60-E2C2257CB05D}"/>
              </a:ext>
            </a:extLst>
          </p:cNvPr>
          <p:cNvSpPr>
            <a:spLocks noGrp="1"/>
          </p:cNvSpPr>
          <p:nvPr>
            <p:ph type="body" sz="quarter" idx="47"/>
          </p:nvPr>
        </p:nvSpPr>
        <p:spPr>
          <a:xfrm>
            <a:off x="3218560" y="1582094"/>
            <a:ext cx="3826052" cy="184350"/>
          </a:xfrm>
        </p:spPr>
        <p:txBody>
          <a:bodyPr/>
          <a:lstStyle/>
          <a:p>
            <a:pPr eaLnBrk="1" hangingPunct="1"/>
            <a:r>
              <a:rPr lang="nl-NL" altLang="nl-NL" dirty="0"/>
              <a:t>mahesh.pasapu@capgemini.com</a:t>
            </a:r>
          </a:p>
        </p:txBody>
      </p:sp>
      <p:sp>
        <p:nvSpPr>
          <p:cNvPr id="7174" name="Text Placeholder 25">
            <a:extLst>
              <a:ext uri="{FF2B5EF4-FFF2-40B4-BE49-F238E27FC236}">
                <a16:creationId xmlns:a16="http://schemas.microsoft.com/office/drawing/2014/main" id="{8B11FF61-9AA9-42E0-800D-B94AC06E095E}"/>
              </a:ext>
            </a:extLst>
          </p:cNvPr>
          <p:cNvSpPr>
            <a:spLocks noGrp="1"/>
          </p:cNvSpPr>
          <p:nvPr>
            <p:ph type="body" sz="quarter" idx="48"/>
          </p:nvPr>
        </p:nvSpPr>
        <p:spPr>
          <a:xfrm>
            <a:off x="3311462" y="1843215"/>
            <a:ext cx="2382837" cy="330200"/>
          </a:xfrm>
        </p:spPr>
        <p:txBody>
          <a:bodyPr/>
          <a:lstStyle/>
          <a:p>
            <a:pPr eaLnBrk="1" hangingPunct="1"/>
            <a:r>
              <a:rPr lang="nl-NL" altLang="nl-NL" dirty="0"/>
              <a:t>+91 6303756423</a:t>
            </a:r>
          </a:p>
        </p:txBody>
      </p:sp>
      <p:sp>
        <p:nvSpPr>
          <p:cNvPr id="7175" name="Text Placeholder 26">
            <a:extLst>
              <a:ext uri="{FF2B5EF4-FFF2-40B4-BE49-F238E27FC236}">
                <a16:creationId xmlns:a16="http://schemas.microsoft.com/office/drawing/2014/main" id="{BADEA8C0-D1A3-4608-9E63-683339DCC944}"/>
              </a:ext>
            </a:extLst>
          </p:cNvPr>
          <p:cNvSpPr>
            <a:spLocks noGrp="1"/>
          </p:cNvSpPr>
          <p:nvPr>
            <p:ph type="body" sz="quarter" idx="50"/>
          </p:nvPr>
        </p:nvSpPr>
        <p:spPr>
          <a:xfrm>
            <a:off x="230188" y="3008313"/>
            <a:ext cx="4265612" cy="3621087"/>
          </a:xfrm>
        </p:spPr>
        <p:txBody>
          <a:bodyPr/>
          <a:lstStyle/>
          <a:p>
            <a:pPr marL="171450" indent="-171450">
              <a:buFont typeface="Arial" panose="020B0604020202020204" pitchFamily="34" charset="0"/>
              <a:buChar char="•"/>
            </a:pPr>
            <a:r>
              <a:rPr lang="en-US" sz="1050" dirty="0"/>
              <a:t>Proficient in </a:t>
            </a:r>
            <a:r>
              <a:rPr lang="en-US" sz="1050" b="1" dirty="0"/>
              <a:t>JAVA and OOPs </a:t>
            </a:r>
            <a:r>
              <a:rPr lang="en-US" sz="1050" dirty="0"/>
              <a:t>concepts. </a:t>
            </a:r>
          </a:p>
          <a:p>
            <a:pPr marL="171450" indent="-171450">
              <a:buFont typeface="Arial" panose="020B0604020202020204" pitchFamily="34" charset="0"/>
              <a:buChar char="•"/>
            </a:pPr>
            <a:r>
              <a:rPr lang="en-US" sz="1050" dirty="0"/>
              <a:t>Hands on experience in creating </a:t>
            </a:r>
            <a:r>
              <a:rPr lang="en-US" sz="1050" b="1" dirty="0"/>
              <a:t>Web Application </a:t>
            </a:r>
            <a:r>
              <a:rPr lang="en-US" sz="1050" dirty="0"/>
              <a:t>with</a:t>
            </a:r>
            <a:r>
              <a:rPr lang="en-US" sz="1050" b="1" dirty="0"/>
              <a:t>  Spring Boot </a:t>
            </a:r>
            <a:r>
              <a:rPr lang="en-US" sz="1050" dirty="0"/>
              <a:t>and</a:t>
            </a:r>
            <a:r>
              <a:rPr lang="en-US" sz="1050" b="1" dirty="0"/>
              <a:t> React</a:t>
            </a:r>
            <a:r>
              <a:rPr lang="en-US" sz="1050" dirty="0"/>
              <a:t>.</a:t>
            </a:r>
          </a:p>
          <a:p>
            <a:pPr marL="171450" indent="-171450">
              <a:buFont typeface="Arial" panose="020B0604020202020204" pitchFamily="34" charset="0"/>
              <a:buChar char="•"/>
            </a:pPr>
            <a:r>
              <a:rPr lang="en-US" sz="1050" dirty="0"/>
              <a:t>Practical Understanding of Mongo Database</a:t>
            </a:r>
          </a:p>
          <a:p>
            <a:pPr marL="171450" indent="-171450">
              <a:buFont typeface="Arial" panose="020B0604020202020204" pitchFamily="34" charset="0"/>
              <a:buChar char="•"/>
            </a:pPr>
            <a:r>
              <a:rPr lang="en-US" sz="1050" dirty="0"/>
              <a:t>Hands on experience in developing web pages using </a:t>
            </a:r>
            <a:r>
              <a:rPr lang="en-US" sz="1050" b="1" dirty="0"/>
              <a:t>HTML5, CSS3, Object Oriented Programming, JSON, XML</a:t>
            </a:r>
            <a:r>
              <a:rPr lang="en-US" sz="1050" dirty="0"/>
              <a:t>. Good understanding of Document Object Model (DOM) and DOM Functions.</a:t>
            </a:r>
          </a:p>
          <a:p>
            <a:pPr marL="171450" indent="-171450">
              <a:buFont typeface="Arial" panose="020B0604020202020204" pitchFamily="34" charset="0"/>
              <a:buChar char="•"/>
            </a:pPr>
            <a:r>
              <a:rPr lang="en-IN" sz="1050" dirty="0"/>
              <a:t>Practical understanding of </a:t>
            </a:r>
            <a:r>
              <a:rPr lang="en-US" sz="1050" dirty="0"/>
              <a:t>rendering</a:t>
            </a:r>
            <a:r>
              <a:rPr lang="en-US" sz="1050" b="1" dirty="0"/>
              <a:t> SPRINGMVC, REST API</a:t>
            </a:r>
            <a:r>
              <a:rPr lang="en-IN" sz="1050" b="1" dirty="0"/>
              <a:t>.</a:t>
            </a:r>
            <a:endParaRPr lang="en-US" sz="1050" dirty="0"/>
          </a:p>
          <a:p>
            <a:pPr marL="171450" indent="-171450">
              <a:buFont typeface="Arial" panose="020B0604020202020204" pitchFamily="34" charset="0"/>
              <a:buChar char="•"/>
            </a:pPr>
            <a:r>
              <a:rPr lang="en-US" altLang="en-US" sz="1050" dirty="0"/>
              <a:t>Proficient </a:t>
            </a:r>
            <a:r>
              <a:rPr lang="en-US" altLang="en-US" sz="1050" b="1" dirty="0"/>
              <a:t>React developer</a:t>
            </a:r>
            <a:r>
              <a:rPr lang="en-US" altLang="en-US" sz="1050" dirty="0"/>
              <a:t> with working knowledge on </a:t>
            </a:r>
            <a:r>
              <a:rPr lang="en-US" altLang="en-US" sz="1050" b="1" dirty="0"/>
              <a:t>React</a:t>
            </a:r>
            <a:r>
              <a:rPr lang="en-US" altLang="en-US" sz="1050" dirty="0"/>
              <a:t>.</a:t>
            </a:r>
          </a:p>
          <a:p>
            <a:pPr marL="171450" indent="-171450">
              <a:buFont typeface="Arial" panose="020B0604020202020204" pitchFamily="34" charset="0"/>
              <a:buChar char="•"/>
            </a:pPr>
            <a:r>
              <a:rPr lang="en-US" altLang="nl-NL" sz="1050" dirty="0"/>
              <a:t>Implemented </a:t>
            </a:r>
            <a:r>
              <a:rPr lang="en-US" altLang="nl-NL" sz="1050" b="1" dirty="0"/>
              <a:t>Web API</a:t>
            </a:r>
            <a:r>
              <a:rPr lang="en-US" altLang="nl-NL" sz="1050" dirty="0"/>
              <a:t> and React in case study and up skilling this knowledge continuously.</a:t>
            </a:r>
          </a:p>
        </p:txBody>
      </p:sp>
      <p:sp>
        <p:nvSpPr>
          <p:cNvPr id="7183" name="Text Placeholder 25">
            <a:extLst>
              <a:ext uri="{FF2B5EF4-FFF2-40B4-BE49-F238E27FC236}">
                <a16:creationId xmlns:a16="http://schemas.microsoft.com/office/drawing/2014/main" id="{B8C26D43-3971-4B32-9403-96D3E3AC5656}"/>
              </a:ext>
            </a:extLst>
          </p:cNvPr>
          <p:cNvSpPr txBox="1">
            <a:spLocks noChangeArrowheads="1"/>
          </p:cNvSpPr>
          <p:nvPr/>
        </p:nvSpPr>
        <p:spPr bwMode="white">
          <a:xfrm>
            <a:off x="3047556" y="1961706"/>
            <a:ext cx="23812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363"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3838">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563" indent="-233363">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a:pPr>
            <a:r>
              <a:rPr kumimoji="0" lang="nl-NL" altLang="nl-NL" sz="11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rPr>
              <a:t>A4</a:t>
            </a:r>
          </a:p>
        </p:txBody>
      </p:sp>
      <p:graphicFrame>
        <p:nvGraphicFramePr>
          <p:cNvPr id="2" name="Table 3">
            <a:extLst>
              <a:ext uri="{FF2B5EF4-FFF2-40B4-BE49-F238E27FC236}">
                <a16:creationId xmlns:a16="http://schemas.microsoft.com/office/drawing/2014/main" id="{B8B0DC3D-A319-4B78-A461-3FAC5C106C85}"/>
              </a:ext>
            </a:extLst>
          </p:cNvPr>
          <p:cNvGraphicFramePr>
            <a:graphicFrameLocks noGrp="1"/>
          </p:cNvGraphicFramePr>
          <p:nvPr>
            <p:extLst>
              <p:ext uri="{D42A27DB-BD31-4B8C-83A1-F6EECF244321}">
                <p14:modId xmlns:p14="http://schemas.microsoft.com/office/powerpoint/2010/main" val="4162822285"/>
              </p:ext>
            </p:extLst>
          </p:nvPr>
        </p:nvGraphicFramePr>
        <p:xfrm>
          <a:off x="9255967" y="1340090"/>
          <a:ext cx="2928945" cy="3661062"/>
        </p:xfrm>
        <a:graphic>
          <a:graphicData uri="http://schemas.openxmlformats.org/drawingml/2006/table">
            <a:tbl>
              <a:tblPr firstRow="1" bandRow="1">
                <a:tableStyleId>{0E3FDE45-AF77-4B5C-9715-49D594BDF05E}</a:tableStyleId>
              </a:tblPr>
              <a:tblGrid>
                <a:gridCol w="534291">
                  <a:extLst>
                    <a:ext uri="{9D8B030D-6E8A-4147-A177-3AD203B41FA5}">
                      <a16:colId xmlns:a16="http://schemas.microsoft.com/office/drawing/2014/main" val="3331298770"/>
                    </a:ext>
                  </a:extLst>
                </a:gridCol>
                <a:gridCol w="2394654">
                  <a:extLst>
                    <a:ext uri="{9D8B030D-6E8A-4147-A177-3AD203B41FA5}">
                      <a16:colId xmlns:a16="http://schemas.microsoft.com/office/drawing/2014/main" val="879084521"/>
                    </a:ext>
                  </a:extLst>
                </a:gridCol>
              </a:tblGrid>
              <a:tr h="42217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JAVA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effectLst/>
                          <a:uLnTx/>
                          <a:uFillTx/>
                        </a:rPr>
                        <a:t>Basics of java, Core Java,, Oops concepts</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727898659"/>
                  </a:ext>
                </a:extLst>
              </a:tr>
              <a:tr h="72921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Framework-React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Fundamentals components ,Java Script,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Event Handling in React ,  Working with HTTP in React.</a:t>
                      </a:r>
                    </a:p>
                  </a:txBody>
                  <a:tcPr/>
                </a:tc>
                <a:extLst>
                  <a:ext uri="{0D108BD9-81ED-4DB2-BD59-A6C34878D82A}">
                    <a16:rowId xmlns:a16="http://schemas.microsoft.com/office/drawing/2014/main" val="668073409"/>
                  </a:ext>
                </a:extLst>
              </a:tr>
              <a:tr h="724325">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React</a:t>
                      </a:r>
                    </a:p>
                  </a:txBody>
                  <a:tcPr/>
                </a:tc>
                <a:tc>
                  <a:txBody>
                    <a:bodyPr/>
                    <a:lstStyle/>
                    <a:p>
                      <a:pPr marL="0" lvl="1" indent="0" algn="l" defTabSz="914400" rtl="0" eaLnBrk="1" latinLnBrk="0" hangingPunct="1">
                        <a:buFont typeface="Arial" panose="020B0604020202020204" pitchFamily="34" charset="0"/>
                        <a:buNone/>
                      </a:pPr>
                      <a:r>
                        <a:rPr kumimoji="0" lang="en-US" sz="800" u="none" strike="noStrike" kern="1200" cap="none" spc="0" normalizeH="0" baseline="0" dirty="0">
                          <a:ln>
                            <a:noFill/>
                          </a:ln>
                          <a:solidFill>
                            <a:schemeClr val="tx1"/>
                          </a:solidFill>
                          <a:effectLst/>
                          <a:uLnTx/>
                          <a:uFillTx/>
                          <a:latin typeface="+mn-lt"/>
                          <a:ea typeface="+mn-ea"/>
                          <a:cs typeface="+mn-cs"/>
                        </a:rPr>
                        <a:t>Components, Services, Modules, Routing, Forms &amp; Validation, Testing using Junit &amp; Mockito</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158575213"/>
                  </a:ext>
                </a:extLst>
              </a:tr>
              <a:tr h="42217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Database</a:t>
                      </a:r>
                    </a:p>
                  </a:txBody>
                  <a:tcPr/>
                </a:tc>
                <a:tc>
                  <a:txBody>
                    <a:bodyPr/>
                    <a:lstStyle/>
                    <a:p>
                      <a:r>
                        <a:rPr kumimoji="0" lang="en-IN"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MongoDB, </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298680090"/>
                  </a:ext>
                </a:extLst>
              </a:tr>
              <a:tr h="42217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Tech</a:t>
                      </a:r>
                    </a:p>
                  </a:txBody>
                  <a:tcPr/>
                </a:tc>
                <a:tc>
                  <a:txBody>
                    <a:bodyPr/>
                    <a:lstStyle/>
                    <a:p>
                      <a:pPr marL="0" lvl="1" indent="0" algn="l" defTabSz="914400" rtl="0" eaLnBrk="1" latinLnBrk="0" hangingPunct="1">
                        <a:buFont typeface="Arial" panose="020B0604020202020204" pitchFamily="34" charset="0"/>
                        <a:buNone/>
                      </a:pPr>
                      <a:r>
                        <a:rPr kumimoji="0" lang="en-US" sz="800" u="none" strike="noStrike" kern="1200" cap="none" spc="0" normalizeH="0" baseline="0" dirty="0">
                          <a:ln>
                            <a:noFill/>
                          </a:ln>
                          <a:solidFill>
                            <a:schemeClr val="tx1"/>
                          </a:solidFill>
                          <a:effectLst/>
                          <a:uLnTx/>
                          <a:uFillTx/>
                          <a:latin typeface="+mn-lt"/>
                          <a:ea typeface="+mn-ea"/>
                          <a:cs typeface="+mn-cs"/>
                        </a:rPr>
                        <a:t>HTML 5 &amp; CSS 3,JavaScript</a:t>
                      </a:r>
                    </a:p>
                  </a:txBody>
                  <a:tcPr/>
                </a:tc>
                <a:extLst>
                  <a:ext uri="{0D108BD9-81ED-4DB2-BD59-A6C34878D82A}">
                    <a16:rowId xmlns:a16="http://schemas.microsoft.com/office/drawing/2014/main" val="9512774"/>
                  </a:ext>
                </a:extLst>
              </a:tr>
              <a:tr h="36528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Tools</a:t>
                      </a:r>
                    </a:p>
                  </a:txBody>
                  <a:tcPr/>
                </a:tc>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Spring Tool ,Visual Studio 2019, Visual Studio code, Swagger, Postman.</a:t>
                      </a:r>
                    </a:p>
                  </a:txBody>
                  <a:tcPr/>
                </a:tc>
                <a:extLst>
                  <a:ext uri="{0D108BD9-81ED-4DB2-BD59-A6C34878D82A}">
                    <a16:rowId xmlns:a16="http://schemas.microsoft.com/office/drawing/2014/main" val="645317192"/>
                  </a:ext>
                </a:extLst>
              </a:tr>
              <a:tr h="575697">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Add On skills</a:t>
                      </a:r>
                    </a:p>
                  </a:txBody>
                  <a:tcPr/>
                </a:tc>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Communications, Team management. Peer learning</a:t>
                      </a:r>
                    </a:p>
                  </a:txBody>
                  <a:tcPr/>
                </a:tc>
                <a:extLst>
                  <a:ext uri="{0D108BD9-81ED-4DB2-BD59-A6C34878D82A}">
                    <a16:rowId xmlns:a16="http://schemas.microsoft.com/office/drawing/2014/main" val="2840432058"/>
                  </a:ext>
                </a:extLst>
              </a:tr>
            </a:tbl>
          </a:graphicData>
        </a:graphic>
      </p:graphicFrame>
      <p:sp>
        <p:nvSpPr>
          <p:cNvPr id="5" name="Rectangle 4">
            <a:extLst>
              <a:ext uri="{FF2B5EF4-FFF2-40B4-BE49-F238E27FC236}">
                <a16:creationId xmlns:a16="http://schemas.microsoft.com/office/drawing/2014/main" id="{4E726CED-1BAF-414A-893B-4626E9B6F2B4}"/>
              </a:ext>
            </a:extLst>
          </p:cNvPr>
          <p:cNvSpPr/>
          <p:nvPr/>
        </p:nvSpPr>
        <p:spPr>
          <a:xfrm>
            <a:off x="9448617" y="495670"/>
            <a:ext cx="2424112" cy="425950"/>
          </a:xfrm>
          <a:prstGeom prst="rect">
            <a:avLst/>
          </a:prstGeom>
        </p:spPr>
        <p:txBody>
          <a:bodyPr wrap="square">
            <a:spAutoFit/>
          </a:bodyPr>
          <a:lstStyle/>
          <a:p>
            <a:pPr lvl="0">
              <a:lnSpc>
                <a:spcPct val="114000"/>
              </a:lnSpc>
              <a:defRPr/>
            </a:pPr>
            <a:r>
              <a:rPr lang="en-US" altLang="nl-NL" sz="1000" dirty="0">
                <a:solidFill>
                  <a:prstClr val="black"/>
                </a:solidFill>
                <a:latin typeface="Verdana" panose="020B0604030504040204" pitchFamily="34" charset="0"/>
              </a:rPr>
              <a:t>Bachelor of Engineering </a:t>
            </a:r>
          </a:p>
          <a:p>
            <a:pPr lvl="0">
              <a:lnSpc>
                <a:spcPct val="114000"/>
              </a:lnSpc>
              <a:defRPr/>
            </a:pPr>
            <a:r>
              <a:rPr lang="en-US" altLang="nl-NL" sz="1000" dirty="0">
                <a:solidFill>
                  <a:prstClr val="black"/>
                </a:solidFill>
                <a:latin typeface="Verdana" panose="020B0604030504040204" pitchFamily="34" charset="0"/>
              </a:rPr>
              <a:t>YEAR</a:t>
            </a:r>
            <a:r>
              <a:rPr lang="en-US" altLang="nl-NL" sz="1000">
                <a:solidFill>
                  <a:prstClr val="black"/>
                </a:solidFill>
                <a:latin typeface="Verdana" panose="020B0604030504040204" pitchFamily="34" charset="0"/>
              </a:rPr>
              <a:t>:2018-2021</a:t>
            </a:r>
            <a:endParaRPr lang="en-US" altLang="nl-NL" sz="1000" dirty="0">
              <a:solidFill>
                <a:prstClr val="black"/>
              </a:solidFill>
              <a:latin typeface="Verdana" panose="020B0604030504040204" pitchFamily="34" charset="0"/>
            </a:endParaRPr>
          </a:p>
        </p:txBody>
      </p:sp>
      <p:sp>
        <p:nvSpPr>
          <p:cNvPr id="6" name="Rectangle 5">
            <a:extLst>
              <a:ext uri="{FF2B5EF4-FFF2-40B4-BE49-F238E27FC236}">
                <a16:creationId xmlns:a16="http://schemas.microsoft.com/office/drawing/2014/main" id="{1616387D-79C4-4D2C-8F4C-617036B1459A}"/>
              </a:ext>
            </a:extLst>
          </p:cNvPr>
          <p:cNvSpPr/>
          <p:nvPr/>
        </p:nvSpPr>
        <p:spPr>
          <a:xfrm>
            <a:off x="9374109" y="1112443"/>
            <a:ext cx="567784" cy="246221"/>
          </a:xfrm>
          <a:prstGeom prst="rect">
            <a:avLst/>
          </a:prstGeom>
        </p:spPr>
        <p:txBody>
          <a:bodyPr wrap="none">
            <a:spAutoFit/>
          </a:bodyPr>
          <a:lstStyle/>
          <a:p>
            <a:r>
              <a:rPr lang="en-US" altLang="nl-NL" sz="1000" b="1" dirty="0">
                <a:solidFill>
                  <a:srgbClr val="0070AD"/>
                </a:solidFill>
                <a:latin typeface="Verdana" panose="020B0604030504040204" pitchFamily="34" charset="0"/>
              </a:rPr>
              <a:t>Skills</a:t>
            </a:r>
            <a:endParaRPr lang="en-US" sz="1000" dirty="0"/>
          </a:p>
        </p:txBody>
      </p:sp>
      <p:pic>
        <p:nvPicPr>
          <p:cNvPr id="20" name="Picture Placeholder 11">
            <a:extLst>
              <a:ext uri="{FF2B5EF4-FFF2-40B4-BE49-F238E27FC236}">
                <a16:creationId xmlns:a16="http://schemas.microsoft.com/office/drawing/2014/main" id="{311022F4-75D7-4325-9179-434BEB3293F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ltGray">
          <a:xfrm>
            <a:off x="5292125" y="5757035"/>
            <a:ext cx="499901" cy="355845"/>
          </a:xfrm>
          <a:prstGeom prst="ellipse">
            <a:avLst/>
          </a:prstGeom>
          <a:solidFill>
            <a:schemeClr val="bg1"/>
          </a:solidFill>
        </p:spPr>
      </p:pic>
      <p:pic>
        <p:nvPicPr>
          <p:cNvPr id="23" name="Picture 4" descr="Free Video Icon, Symbol. PNG, SVG Download.">
            <a:extLst>
              <a:ext uri="{FF2B5EF4-FFF2-40B4-BE49-F238E27FC236}">
                <a16:creationId xmlns:a16="http://schemas.microsoft.com/office/drawing/2014/main" id="{1328601A-8780-44CF-A652-AAE4ED96E9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9975" y="5640764"/>
            <a:ext cx="735291" cy="588389"/>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7">
            <a:extLst>
              <a:ext uri="{FF2B5EF4-FFF2-40B4-BE49-F238E27FC236}">
                <a16:creationId xmlns:a16="http://schemas.microsoft.com/office/drawing/2014/main" id="{F062869B-D723-4FEB-A15C-4D5427D4548C}"/>
              </a:ext>
            </a:extLst>
          </p:cNvPr>
          <p:cNvSpPr>
            <a:spLocks noGrp="1"/>
          </p:cNvSpPr>
          <p:nvPr>
            <p:ph type="body" sz="quarter" idx="41"/>
          </p:nvPr>
        </p:nvSpPr>
        <p:spPr/>
        <p:txBody>
          <a:bodyPr/>
          <a:lstStyle/>
          <a:p>
            <a:r>
              <a:rPr lang="en-IN" dirty="0"/>
              <a:t>MAHESH PASAPU</a:t>
            </a:r>
          </a:p>
        </p:txBody>
      </p:sp>
      <p:pic>
        <p:nvPicPr>
          <p:cNvPr id="9" name="Picture Placeholder 8" descr="A person with a mustache&#10;&#10;Description automatically generated with low confidence">
            <a:extLst>
              <a:ext uri="{FF2B5EF4-FFF2-40B4-BE49-F238E27FC236}">
                <a16:creationId xmlns:a16="http://schemas.microsoft.com/office/drawing/2014/main" id="{E1F68F8D-6B2E-4D72-A75D-88F9A51D172F}"/>
              </a:ext>
            </a:extLst>
          </p:cNvPr>
          <p:cNvPicPr>
            <a:picLocks noGrp="1" noChangeAspect="1"/>
          </p:cNvPicPr>
          <p:nvPr>
            <p:ph type="pic" sz="quarter" idx="46"/>
          </p:nvPr>
        </p:nvPicPr>
        <p:blipFill>
          <a:blip r:embed="rId5">
            <a:extLst>
              <a:ext uri="{28A0092B-C50C-407E-A947-70E740481C1C}">
                <a14:useLocalDpi xmlns:a14="http://schemas.microsoft.com/office/drawing/2010/main" val="0"/>
              </a:ext>
            </a:extLst>
          </a:blip>
          <a:srcRect t="13086" b="13086"/>
          <a:stretch>
            <a:fillRect/>
          </a:stretch>
        </p:blipFill>
        <p:spPr>
          <a:xfrm>
            <a:off x="319271" y="367739"/>
            <a:ext cx="1766806" cy="1735628"/>
          </a:xfrm>
        </p:spPr>
      </p:pic>
    </p:spTree>
    <p:extLst>
      <p:ext uri="{BB962C8B-B14F-4D97-AF65-F5344CB8AC3E}">
        <p14:creationId xmlns:p14="http://schemas.microsoft.com/office/powerpoint/2010/main" val="2031523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1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19B96144-1B90-4243-8535-F36EF2586247}" vid="{2C859F1C-AF6F-49E9-BAD6-1D458EC0F9B7}"/>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Flow_SignoffStatus xmlns="e228188f-2722-48a5-a8b1-93d2645b571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4E55B06761ED34CB80ACEEC932382C8" ma:contentTypeVersion="11" ma:contentTypeDescription="Create a new document." ma:contentTypeScope="" ma:versionID="a032bf2ff430f9ec2d9072ea4ddccf94">
  <xsd:schema xmlns:xsd="http://www.w3.org/2001/XMLSchema" xmlns:xs="http://www.w3.org/2001/XMLSchema" xmlns:p="http://schemas.microsoft.com/office/2006/metadata/properties" xmlns:ns2="e228188f-2722-48a5-a8b1-93d2645b5710" targetNamespace="http://schemas.microsoft.com/office/2006/metadata/properties" ma:root="true" ma:fieldsID="3de59e3f18c54118ff9bdb44d6f5f4c4" ns2:_="">
    <xsd:import namespace="e228188f-2722-48a5-a8b1-93d2645b571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_Flow_SignoffStatu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28188f-2722-48a5-a8b1-93d2645b57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_Flow_SignoffStatus" ma:index="12" nillable="true" ma:displayName="Sign-off status" ma:internalName="Sign_x002d_off_x0020_status">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9773B3-BEED-4422-883D-E6632C7C7120}">
  <ds:schemaRefs>
    <ds:schemaRef ds:uri="http://schemas.microsoft.com/sharepoint/v3/contenttype/forms"/>
  </ds:schemaRefs>
</ds:datastoreItem>
</file>

<file path=customXml/itemProps2.xml><?xml version="1.0" encoding="utf-8"?>
<ds:datastoreItem xmlns:ds="http://schemas.openxmlformats.org/officeDocument/2006/customXml" ds:itemID="{5430857F-5B57-4BA6-87F2-356B3F6438EF}">
  <ds:schemaRefs>
    <ds:schemaRef ds:uri="http://purl.org/dc/terms/"/>
    <ds:schemaRef ds:uri="e228188f-2722-48a5-a8b1-93d2645b5710"/>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0FE7C98-E65F-4069-952A-83BE69BF0592}">
  <ds:schemaRefs>
    <ds:schemaRef ds:uri="e228188f-2722-48a5-a8b1-93d2645b571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ppt-template_Capgemini-2020 (7)</Template>
  <TotalTime>2479</TotalTime>
  <Words>259</Words>
  <Application>Microsoft Office PowerPoint</Application>
  <PresentationFormat>Widescreen</PresentationFormat>
  <Paragraphs>52</Paragraphs>
  <Slides>1</Slides>
  <Notes>1</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7" baseType="lpstr">
      <vt:lpstr>Arial</vt:lpstr>
      <vt:lpstr>Verdana</vt:lpstr>
      <vt:lpstr>Wingdings</vt:lpstr>
      <vt:lpstr>1_CG_2012_Template</vt:lpstr>
      <vt:lpstr>1_Capgemini Master</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lastModifiedBy>Pasapu, Mahesh</cp:lastModifiedBy>
  <cp:revision>59</cp:revision>
  <dcterms:created xsi:type="dcterms:W3CDTF">2020-09-22T06:24:34Z</dcterms:created>
  <dcterms:modified xsi:type="dcterms:W3CDTF">2022-04-29T04:37:06Z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0x01010044E55B06761ED34CB80ACEEC932382C8</vt:lpwstr>
  </property>
</Properties>
</file>